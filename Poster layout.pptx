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6F9971-7563-670E-0F34-2650EABD0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1234636-A0C4-0297-9C11-B42380399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D693284-9D3E-A03E-495B-93F82DBE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216BB69-7493-B93D-965F-3A9C7FA0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A9A839-2B17-2CB0-39F5-EBB9BCAB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9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E7022F-5677-D97D-2CEE-074B0B72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109723-169D-D391-3469-BED7B8EB8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3D103E-0AC0-6D46-4A7E-C9F0A0D13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7D92C8F-4F1A-4B2E-B75D-72A7847D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46C73F6-E092-267D-180C-0B0FDA9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2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9E354-E9F7-CDE8-C3C8-B960DE70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9D1D96A-B1A6-0FE7-56E7-9C0E13DCD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5A4854F-488F-C5CC-44E8-94375BB6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F2A0FAF-FF32-CE58-AAE9-39A7BDB4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C8E6113-40A1-E5CD-E01E-E1920179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48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43936-B38E-3E7C-4C80-F91F8065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F3377D-9821-4772-4D03-F0B19C5AE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BC7E671-5570-F5D4-C06B-3CB99F216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9296AA-7A2D-8123-1E10-6DFAB84F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8AFA3F5-4F1D-4114-0F4A-7505EE2C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5B18B06-6A21-97AF-4506-10C4272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77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3D35E-A23C-1D7F-1A4B-FB4CA9722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6BD759F-94AC-4F9E-1EFE-D078B0268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972D206-BDA7-3FB6-D984-E7D50F93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C5EEC2D-86C8-7B7E-7736-CA16E85D2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15672A8-8705-EC5D-3B9E-DC89A6BD8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47D5794-BFB5-4683-777C-15D5583D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36A45D8-1000-7C94-BE57-FA1AECFE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2FA7610-FB7C-DB38-2612-06F722FD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88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C7485-8153-F75B-F107-2BD1BF78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861F136-F97B-F68A-6CD8-012DF567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4013660-5E21-1812-2F20-0AB80585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7B7288D-EEC0-A1E7-0995-3ED85300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38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2140AC9-F0E6-6675-DC9A-8323C3F1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D39592A-C085-8D9F-C071-03C0AB1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B9C724A-9D5D-F205-29CE-FABEDDD3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45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5858F-DF87-C8A7-4919-C56C794B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5FBF9AA-7C87-4986-492F-3DAAEBDA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06385B5-5AC7-4BC8-E95A-874431CE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6EAEE37-640D-65D0-DB2A-FDD10126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E6A41D3-D9CF-56F4-4D91-A1979EE4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E09832-19A6-0559-2EEF-1EE4B32F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83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D6BB5-0C02-508E-441C-4F82FC33E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B4C4A13-5D5E-1D10-93CD-23AA30D8E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74BC634-04D0-6F54-3ABA-84DD851D2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A59CC27-EDAC-D36E-D5C7-4C8B2586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FA3DD59-E091-D00E-26B4-F5EADFB7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3CE9135-E412-C0FA-8372-33BDE822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02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C4799B-04D1-8521-5149-96C465E6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794A7F7-6650-9567-D1B2-F6C75CB67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B423406-6E03-2602-6C39-2EFE4CE3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CBEBB53-A4FA-8839-9A2F-7C9F1D90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5C77C64-D3C1-2CE0-1750-1B7255DB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9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EAC44AC-8A2A-EC77-B510-DECBB85F7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AE146A7-ADD1-8DCE-C181-9C0C6190C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9C362A-1271-E007-3CB1-414625D8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D3CDCBC-7B7E-9CCB-26A1-6852E5AA9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4C9DAE-E4D5-1DCA-BDF8-44098841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2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6A49E5BE-D3E6-2D19-1417-29F6019D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5416743-27F3-C01F-B781-09F0EA0BE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F87680-E004-145C-CC26-A7BAE4FD6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EBF27-57CC-444A-9854-0964B6AF16EE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4737C44-C051-B166-76E3-37089F065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734B77D-8DA2-5916-F466-1050CF9DD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34F6-3FC6-4BAB-8D6F-12062D11B64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05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>
            <a:extLst>
              <a:ext uri="{FF2B5EF4-FFF2-40B4-BE49-F238E27FC236}">
                <a16:creationId xmlns:a16="http://schemas.microsoft.com/office/drawing/2014/main" id="{957B0AA7-6F25-7E04-38A8-E07ADF06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9" r="15749" b="7261"/>
          <a:stretch/>
        </p:blipFill>
        <p:spPr>
          <a:xfrm>
            <a:off x="228601" y="1278499"/>
            <a:ext cx="10807698" cy="5046100"/>
          </a:xfrm>
          <a:prstGeom prst="rect">
            <a:avLst/>
          </a:prstGeom>
        </p:spPr>
      </p:pic>
      <p:sp>
        <p:nvSpPr>
          <p:cNvPr id="33" name="Tekstfelt 32">
            <a:extLst>
              <a:ext uri="{FF2B5EF4-FFF2-40B4-BE49-F238E27FC236}">
                <a16:creationId xmlns:a16="http://schemas.microsoft.com/office/drawing/2014/main" id="{D050F39E-3EAC-7AC6-C4BB-AAE416F78B69}"/>
              </a:ext>
            </a:extLst>
          </p:cNvPr>
          <p:cNvSpPr txBox="1"/>
          <p:nvPr/>
        </p:nvSpPr>
        <p:spPr>
          <a:xfrm>
            <a:off x="1115051" y="3676094"/>
            <a:ext cx="148906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9 walls = 18 posters</a:t>
            </a: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3CBA8068-6C3D-10D9-BDBC-5DD19AD37728}"/>
              </a:ext>
            </a:extLst>
          </p:cNvPr>
          <p:cNvSpPr txBox="1"/>
          <p:nvPr/>
        </p:nvSpPr>
        <p:spPr>
          <a:xfrm>
            <a:off x="319539" y="154727"/>
            <a:ext cx="173786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In total:</a:t>
            </a:r>
          </a:p>
          <a:p>
            <a:r>
              <a:rPr lang="en-GB" sz="1600" b="1" dirty="0">
                <a:solidFill>
                  <a:srgbClr val="FF0000"/>
                </a:solidFill>
              </a:rPr>
              <a:t>25 walls</a:t>
            </a:r>
          </a:p>
          <a:p>
            <a:r>
              <a:rPr lang="en-GB" sz="1600" dirty="0">
                <a:solidFill>
                  <a:srgbClr val="FF0000"/>
                </a:solidFill>
              </a:rPr>
              <a:t>42 posters</a:t>
            </a:r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1CFEAABD-02E4-3A7F-EA0A-D1E5E0083126}"/>
              </a:ext>
            </a:extLst>
          </p:cNvPr>
          <p:cNvSpPr txBox="1"/>
          <p:nvPr/>
        </p:nvSpPr>
        <p:spPr>
          <a:xfrm>
            <a:off x="6004217" y="4563513"/>
            <a:ext cx="83624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6 walls = 6 posters</a:t>
            </a:r>
          </a:p>
        </p:txBody>
      </p:sp>
      <p:sp>
        <p:nvSpPr>
          <p:cNvPr id="46" name="Tekstfelt 45">
            <a:extLst>
              <a:ext uri="{FF2B5EF4-FFF2-40B4-BE49-F238E27FC236}">
                <a16:creationId xmlns:a16="http://schemas.microsoft.com/office/drawing/2014/main" id="{71CF4C0C-4F7E-ED21-209C-5E9A51711B0A}"/>
              </a:ext>
            </a:extLst>
          </p:cNvPr>
          <p:cNvSpPr txBox="1"/>
          <p:nvPr/>
        </p:nvSpPr>
        <p:spPr>
          <a:xfrm>
            <a:off x="7385987" y="5389066"/>
            <a:ext cx="83624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3 walls = 6 posters</a:t>
            </a: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4AD5BDB2-62D3-5F76-26F7-7DD500B800A1}"/>
              </a:ext>
            </a:extLst>
          </p:cNvPr>
          <p:cNvGrpSpPr/>
          <p:nvPr/>
        </p:nvGrpSpPr>
        <p:grpSpPr>
          <a:xfrm>
            <a:off x="1224985" y="4037018"/>
            <a:ext cx="36000" cy="1195615"/>
            <a:chOff x="1224985" y="4037018"/>
            <a:chExt cx="36000" cy="1195615"/>
          </a:xfrm>
        </p:grpSpPr>
        <p:sp>
          <p:nvSpPr>
            <p:cNvPr id="47" name="Rektangel 46">
              <a:extLst>
                <a:ext uri="{FF2B5EF4-FFF2-40B4-BE49-F238E27FC236}">
                  <a16:creationId xmlns:a16="http://schemas.microsoft.com/office/drawing/2014/main" id="{51129CE4-8141-E4BE-F604-42B4860F26FD}"/>
                </a:ext>
              </a:extLst>
            </p:cNvPr>
            <p:cNvSpPr/>
            <p:nvPr/>
          </p:nvSpPr>
          <p:spPr>
            <a:xfrm rot="5400000">
              <a:off x="1062985" y="4199018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ktangel 47">
              <a:extLst>
                <a:ext uri="{FF2B5EF4-FFF2-40B4-BE49-F238E27FC236}">
                  <a16:creationId xmlns:a16="http://schemas.microsoft.com/office/drawing/2014/main" id="{B55CF463-A12C-0339-6B01-258493E5A4D9}"/>
                </a:ext>
              </a:extLst>
            </p:cNvPr>
            <p:cNvSpPr/>
            <p:nvPr/>
          </p:nvSpPr>
          <p:spPr>
            <a:xfrm rot="5400000">
              <a:off x="1062985" y="4616826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ktangel 48">
              <a:extLst>
                <a:ext uri="{FF2B5EF4-FFF2-40B4-BE49-F238E27FC236}">
                  <a16:creationId xmlns:a16="http://schemas.microsoft.com/office/drawing/2014/main" id="{16ADE426-090D-D528-0A3A-BC47BBDE1A25}"/>
                </a:ext>
              </a:extLst>
            </p:cNvPr>
            <p:cNvSpPr/>
            <p:nvPr/>
          </p:nvSpPr>
          <p:spPr>
            <a:xfrm rot="5400000">
              <a:off x="1062985" y="503463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FE3B8847-D339-78A1-3CEC-C69C42D5DFB4}"/>
              </a:ext>
            </a:extLst>
          </p:cNvPr>
          <p:cNvGrpSpPr/>
          <p:nvPr/>
        </p:nvGrpSpPr>
        <p:grpSpPr>
          <a:xfrm>
            <a:off x="2258476" y="4036094"/>
            <a:ext cx="36000" cy="1196539"/>
            <a:chOff x="2258476" y="4036094"/>
            <a:chExt cx="36000" cy="1196539"/>
          </a:xfrm>
        </p:grpSpPr>
        <p:sp>
          <p:nvSpPr>
            <p:cNvPr id="54" name="Rektangel 53">
              <a:extLst>
                <a:ext uri="{FF2B5EF4-FFF2-40B4-BE49-F238E27FC236}">
                  <a16:creationId xmlns:a16="http://schemas.microsoft.com/office/drawing/2014/main" id="{F7AD63BD-532B-ADC3-40B4-EE9EA014FCC9}"/>
                </a:ext>
              </a:extLst>
            </p:cNvPr>
            <p:cNvSpPr/>
            <p:nvPr/>
          </p:nvSpPr>
          <p:spPr>
            <a:xfrm rot="5400000">
              <a:off x="2096476" y="419809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ktangel 54">
              <a:extLst>
                <a:ext uri="{FF2B5EF4-FFF2-40B4-BE49-F238E27FC236}">
                  <a16:creationId xmlns:a16="http://schemas.microsoft.com/office/drawing/2014/main" id="{793205A9-2D6C-B9F9-385C-1A24FD1875CF}"/>
                </a:ext>
              </a:extLst>
            </p:cNvPr>
            <p:cNvSpPr/>
            <p:nvPr/>
          </p:nvSpPr>
          <p:spPr>
            <a:xfrm rot="5400000">
              <a:off x="2096476" y="461636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ktangel 55">
              <a:extLst>
                <a:ext uri="{FF2B5EF4-FFF2-40B4-BE49-F238E27FC236}">
                  <a16:creationId xmlns:a16="http://schemas.microsoft.com/office/drawing/2014/main" id="{DA2638DE-ACAD-0BAB-0DC8-810B988A1509}"/>
                </a:ext>
              </a:extLst>
            </p:cNvPr>
            <p:cNvSpPr/>
            <p:nvPr/>
          </p:nvSpPr>
          <p:spPr>
            <a:xfrm rot="5400000">
              <a:off x="2096476" y="503463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7" name="Rektangel 56">
            <a:extLst>
              <a:ext uri="{FF2B5EF4-FFF2-40B4-BE49-F238E27FC236}">
                <a16:creationId xmlns:a16="http://schemas.microsoft.com/office/drawing/2014/main" id="{06278DE7-7C2E-083E-58EE-4C9FCE6BDA75}"/>
              </a:ext>
            </a:extLst>
          </p:cNvPr>
          <p:cNvSpPr/>
          <p:nvPr/>
        </p:nvSpPr>
        <p:spPr>
          <a:xfrm>
            <a:off x="1452053" y="6065067"/>
            <a:ext cx="360000" cy="3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A2097F8B-2376-CE22-1624-2D275CBA7A24}"/>
              </a:ext>
            </a:extLst>
          </p:cNvPr>
          <p:cNvGrpSpPr/>
          <p:nvPr/>
        </p:nvGrpSpPr>
        <p:grpSpPr>
          <a:xfrm>
            <a:off x="3197468" y="3864644"/>
            <a:ext cx="36000" cy="1196539"/>
            <a:chOff x="3197468" y="3864644"/>
            <a:chExt cx="36000" cy="1196539"/>
          </a:xfrm>
        </p:grpSpPr>
        <p:sp>
          <p:nvSpPr>
            <p:cNvPr id="61" name="Rektangel 60">
              <a:extLst>
                <a:ext uri="{FF2B5EF4-FFF2-40B4-BE49-F238E27FC236}">
                  <a16:creationId xmlns:a16="http://schemas.microsoft.com/office/drawing/2014/main" id="{AA526BEC-6BE1-2977-4121-85193B2D9D33}"/>
                </a:ext>
              </a:extLst>
            </p:cNvPr>
            <p:cNvSpPr/>
            <p:nvPr/>
          </p:nvSpPr>
          <p:spPr>
            <a:xfrm rot="5400000">
              <a:off x="3035468" y="402664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ktangel 61">
              <a:extLst>
                <a:ext uri="{FF2B5EF4-FFF2-40B4-BE49-F238E27FC236}">
                  <a16:creationId xmlns:a16="http://schemas.microsoft.com/office/drawing/2014/main" id="{E73110C6-7A40-B774-98B3-4535DB925DF0}"/>
                </a:ext>
              </a:extLst>
            </p:cNvPr>
            <p:cNvSpPr/>
            <p:nvPr/>
          </p:nvSpPr>
          <p:spPr>
            <a:xfrm rot="5400000">
              <a:off x="3035468" y="444491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ktangel 62">
              <a:extLst>
                <a:ext uri="{FF2B5EF4-FFF2-40B4-BE49-F238E27FC236}">
                  <a16:creationId xmlns:a16="http://schemas.microsoft.com/office/drawing/2014/main" id="{6FAA8A6D-98BA-AB2C-E2C8-6212B8805330}"/>
                </a:ext>
              </a:extLst>
            </p:cNvPr>
            <p:cNvSpPr/>
            <p:nvPr/>
          </p:nvSpPr>
          <p:spPr>
            <a:xfrm rot="5400000">
              <a:off x="3035468" y="486318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6" name="Rektangel 75">
            <a:extLst>
              <a:ext uri="{FF2B5EF4-FFF2-40B4-BE49-F238E27FC236}">
                <a16:creationId xmlns:a16="http://schemas.microsoft.com/office/drawing/2014/main" id="{0EBAE445-372C-B84B-E72E-05BA658E9977}"/>
              </a:ext>
            </a:extLst>
          </p:cNvPr>
          <p:cNvSpPr/>
          <p:nvPr/>
        </p:nvSpPr>
        <p:spPr>
          <a:xfrm rot="5400000">
            <a:off x="5214198" y="5229587"/>
            <a:ext cx="360000" cy="3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ktangel 76">
            <a:extLst>
              <a:ext uri="{FF2B5EF4-FFF2-40B4-BE49-F238E27FC236}">
                <a16:creationId xmlns:a16="http://schemas.microsoft.com/office/drawing/2014/main" id="{F577901C-ABC7-A85D-2F03-654834EA95F3}"/>
              </a:ext>
            </a:extLst>
          </p:cNvPr>
          <p:cNvSpPr/>
          <p:nvPr/>
        </p:nvSpPr>
        <p:spPr>
          <a:xfrm rot="5400000">
            <a:off x="5214198" y="5693115"/>
            <a:ext cx="360000" cy="3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Tekstfelt 77">
            <a:extLst>
              <a:ext uri="{FF2B5EF4-FFF2-40B4-BE49-F238E27FC236}">
                <a16:creationId xmlns:a16="http://schemas.microsoft.com/office/drawing/2014/main" id="{794C926B-6826-2BFB-0998-9FAA2E720DDD}"/>
              </a:ext>
            </a:extLst>
          </p:cNvPr>
          <p:cNvSpPr txBox="1"/>
          <p:nvPr/>
        </p:nvSpPr>
        <p:spPr>
          <a:xfrm>
            <a:off x="4285919" y="5701399"/>
            <a:ext cx="9144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5 walls = 10 posters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BEE86C4F-F7CE-B58A-DECC-4CFE50109A61}"/>
              </a:ext>
            </a:extLst>
          </p:cNvPr>
          <p:cNvSpPr/>
          <p:nvPr/>
        </p:nvSpPr>
        <p:spPr>
          <a:xfrm>
            <a:off x="2128617" y="6065067"/>
            <a:ext cx="360000" cy="3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688A1C82-63F1-8CBD-5FAE-279BC227D4F9}"/>
              </a:ext>
            </a:extLst>
          </p:cNvPr>
          <p:cNvSpPr txBox="1"/>
          <p:nvPr/>
        </p:nvSpPr>
        <p:spPr>
          <a:xfrm>
            <a:off x="1293134" y="5780180"/>
            <a:ext cx="14073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2 walls = 2 posters</a:t>
            </a:r>
          </a:p>
        </p:txBody>
      </p:sp>
      <p:cxnSp>
        <p:nvCxnSpPr>
          <p:cNvPr id="13" name="Lige forbindelse 12">
            <a:extLst>
              <a:ext uri="{FF2B5EF4-FFF2-40B4-BE49-F238E27FC236}">
                <a16:creationId xmlns:a16="http://schemas.microsoft.com/office/drawing/2014/main" id="{76EC3A75-C91A-2865-FA59-AA62DDD3751C}"/>
              </a:ext>
            </a:extLst>
          </p:cNvPr>
          <p:cNvCxnSpPr/>
          <p:nvPr/>
        </p:nvCxnSpPr>
        <p:spPr>
          <a:xfrm>
            <a:off x="5196000" y="7235190"/>
            <a:ext cx="9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uppe 17">
            <a:extLst>
              <a:ext uri="{FF2B5EF4-FFF2-40B4-BE49-F238E27FC236}">
                <a16:creationId xmlns:a16="http://schemas.microsoft.com/office/drawing/2014/main" id="{559A9D8E-CB87-25E1-E7B4-9EBC227A2002}"/>
              </a:ext>
            </a:extLst>
          </p:cNvPr>
          <p:cNvGrpSpPr/>
          <p:nvPr/>
        </p:nvGrpSpPr>
        <p:grpSpPr>
          <a:xfrm>
            <a:off x="4169931" y="4981231"/>
            <a:ext cx="36000" cy="1196539"/>
            <a:chOff x="2258476" y="4036094"/>
            <a:chExt cx="36000" cy="1196539"/>
          </a:xfrm>
        </p:grpSpPr>
        <p:sp>
          <p:nvSpPr>
            <p:cNvPr id="19" name="Rektangel 18">
              <a:extLst>
                <a:ext uri="{FF2B5EF4-FFF2-40B4-BE49-F238E27FC236}">
                  <a16:creationId xmlns:a16="http://schemas.microsoft.com/office/drawing/2014/main" id="{51534FED-6738-6ADF-1548-307B1690BA45}"/>
                </a:ext>
              </a:extLst>
            </p:cNvPr>
            <p:cNvSpPr/>
            <p:nvPr/>
          </p:nvSpPr>
          <p:spPr>
            <a:xfrm rot="5400000">
              <a:off x="2096476" y="419809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ktangel 19">
              <a:extLst>
                <a:ext uri="{FF2B5EF4-FFF2-40B4-BE49-F238E27FC236}">
                  <a16:creationId xmlns:a16="http://schemas.microsoft.com/office/drawing/2014/main" id="{A61E6DB4-1D12-E777-8161-3A53D950F839}"/>
                </a:ext>
              </a:extLst>
            </p:cNvPr>
            <p:cNvSpPr/>
            <p:nvPr/>
          </p:nvSpPr>
          <p:spPr>
            <a:xfrm rot="5400000">
              <a:off x="2096476" y="461636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ktangel 20">
              <a:extLst>
                <a:ext uri="{FF2B5EF4-FFF2-40B4-BE49-F238E27FC236}">
                  <a16:creationId xmlns:a16="http://schemas.microsoft.com/office/drawing/2014/main" id="{5975DA72-99A8-DDF1-D6EC-EFBA81B18F8B}"/>
                </a:ext>
              </a:extLst>
            </p:cNvPr>
            <p:cNvSpPr/>
            <p:nvPr/>
          </p:nvSpPr>
          <p:spPr>
            <a:xfrm rot="5400000">
              <a:off x="2096476" y="503463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uppe 25">
            <a:extLst>
              <a:ext uri="{FF2B5EF4-FFF2-40B4-BE49-F238E27FC236}">
                <a16:creationId xmlns:a16="http://schemas.microsoft.com/office/drawing/2014/main" id="{01098622-6555-C584-70A4-7DA1A8D53B4A}"/>
              </a:ext>
            </a:extLst>
          </p:cNvPr>
          <p:cNvGrpSpPr/>
          <p:nvPr/>
        </p:nvGrpSpPr>
        <p:grpSpPr>
          <a:xfrm>
            <a:off x="6180358" y="5008579"/>
            <a:ext cx="36000" cy="1155264"/>
            <a:chOff x="6093296" y="5006899"/>
            <a:chExt cx="36000" cy="1155264"/>
          </a:xfrm>
        </p:grpSpPr>
        <p:sp>
          <p:nvSpPr>
            <p:cNvPr id="23" name="Rektangel 22">
              <a:extLst>
                <a:ext uri="{FF2B5EF4-FFF2-40B4-BE49-F238E27FC236}">
                  <a16:creationId xmlns:a16="http://schemas.microsoft.com/office/drawing/2014/main" id="{A454E197-EA76-169F-CCE0-8DCF34CC5C32}"/>
                </a:ext>
              </a:extLst>
            </p:cNvPr>
            <p:cNvSpPr/>
            <p:nvPr/>
          </p:nvSpPr>
          <p:spPr>
            <a:xfrm rot="5400000">
              <a:off x="5931296" y="5168899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ktangel 23">
              <a:extLst>
                <a:ext uri="{FF2B5EF4-FFF2-40B4-BE49-F238E27FC236}">
                  <a16:creationId xmlns:a16="http://schemas.microsoft.com/office/drawing/2014/main" id="{03F4D9BA-9E5D-400F-E529-765DB3635B28}"/>
                </a:ext>
              </a:extLst>
            </p:cNvPr>
            <p:cNvSpPr/>
            <p:nvPr/>
          </p:nvSpPr>
          <p:spPr>
            <a:xfrm rot="5400000">
              <a:off x="5931296" y="5566531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ktangel 24">
              <a:extLst>
                <a:ext uri="{FF2B5EF4-FFF2-40B4-BE49-F238E27FC236}">
                  <a16:creationId xmlns:a16="http://schemas.microsoft.com/office/drawing/2014/main" id="{9FF26C09-664B-FDAB-E0E7-420E99D630C8}"/>
                </a:ext>
              </a:extLst>
            </p:cNvPr>
            <p:cNvSpPr/>
            <p:nvPr/>
          </p:nvSpPr>
          <p:spPr>
            <a:xfrm rot="5400000">
              <a:off x="5931296" y="596416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F2BA0F6A-6006-BC46-7B8B-B1D351E210C0}"/>
              </a:ext>
            </a:extLst>
          </p:cNvPr>
          <p:cNvGrpSpPr/>
          <p:nvPr/>
        </p:nvGrpSpPr>
        <p:grpSpPr>
          <a:xfrm>
            <a:off x="6293588" y="5011618"/>
            <a:ext cx="36000" cy="1155264"/>
            <a:chOff x="6093296" y="5006899"/>
            <a:chExt cx="36000" cy="1155264"/>
          </a:xfrm>
        </p:grpSpPr>
        <p:sp>
          <p:nvSpPr>
            <p:cNvPr id="28" name="Rektangel 27">
              <a:extLst>
                <a:ext uri="{FF2B5EF4-FFF2-40B4-BE49-F238E27FC236}">
                  <a16:creationId xmlns:a16="http://schemas.microsoft.com/office/drawing/2014/main" id="{13AB6221-C507-A79C-463D-3295FF5ECDCC}"/>
                </a:ext>
              </a:extLst>
            </p:cNvPr>
            <p:cNvSpPr/>
            <p:nvPr/>
          </p:nvSpPr>
          <p:spPr>
            <a:xfrm rot="5400000">
              <a:off x="5931296" y="5168899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ktangel 28">
              <a:extLst>
                <a:ext uri="{FF2B5EF4-FFF2-40B4-BE49-F238E27FC236}">
                  <a16:creationId xmlns:a16="http://schemas.microsoft.com/office/drawing/2014/main" id="{0B0BD437-CEF3-2308-D78A-9CC7C7981D78}"/>
                </a:ext>
              </a:extLst>
            </p:cNvPr>
            <p:cNvSpPr/>
            <p:nvPr/>
          </p:nvSpPr>
          <p:spPr>
            <a:xfrm rot="5400000">
              <a:off x="5931296" y="5566531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ktangel 29">
              <a:extLst>
                <a:ext uri="{FF2B5EF4-FFF2-40B4-BE49-F238E27FC236}">
                  <a16:creationId xmlns:a16="http://schemas.microsoft.com/office/drawing/2014/main" id="{4309A7E9-EEDA-0C84-C653-8E28E4E2BD88}"/>
                </a:ext>
              </a:extLst>
            </p:cNvPr>
            <p:cNvSpPr/>
            <p:nvPr/>
          </p:nvSpPr>
          <p:spPr>
            <a:xfrm rot="5400000">
              <a:off x="5931296" y="596416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uppe 30">
            <a:extLst>
              <a:ext uri="{FF2B5EF4-FFF2-40B4-BE49-F238E27FC236}">
                <a16:creationId xmlns:a16="http://schemas.microsoft.com/office/drawing/2014/main" id="{8C3262A3-66CC-3F54-2668-F2B092B3B3A5}"/>
              </a:ext>
            </a:extLst>
          </p:cNvPr>
          <p:cNvGrpSpPr/>
          <p:nvPr/>
        </p:nvGrpSpPr>
        <p:grpSpPr>
          <a:xfrm>
            <a:off x="7244237" y="4966525"/>
            <a:ext cx="36000" cy="1196539"/>
            <a:chOff x="2258476" y="4036094"/>
            <a:chExt cx="36000" cy="1196539"/>
          </a:xfrm>
        </p:grpSpPr>
        <p:sp>
          <p:nvSpPr>
            <p:cNvPr id="32" name="Rektangel 31">
              <a:extLst>
                <a:ext uri="{FF2B5EF4-FFF2-40B4-BE49-F238E27FC236}">
                  <a16:creationId xmlns:a16="http://schemas.microsoft.com/office/drawing/2014/main" id="{3872AB40-FE2E-D8DC-FF52-039129F980D9}"/>
                </a:ext>
              </a:extLst>
            </p:cNvPr>
            <p:cNvSpPr/>
            <p:nvPr/>
          </p:nvSpPr>
          <p:spPr>
            <a:xfrm rot="5400000">
              <a:off x="2096476" y="419809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ktangel 33">
              <a:extLst>
                <a:ext uri="{FF2B5EF4-FFF2-40B4-BE49-F238E27FC236}">
                  <a16:creationId xmlns:a16="http://schemas.microsoft.com/office/drawing/2014/main" id="{A897F6BE-CE53-C9CB-61A6-B620BD0F5F55}"/>
                </a:ext>
              </a:extLst>
            </p:cNvPr>
            <p:cNvSpPr/>
            <p:nvPr/>
          </p:nvSpPr>
          <p:spPr>
            <a:xfrm rot="5400000">
              <a:off x="2096476" y="4616364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ktangel 37">
              <a:extLst>
                <a:ext uri="{FF2B5EF4-FFF2-40B4-BE49-F238E27FC236}">
                  <a16:creationId xmlns:a16="http://schemas.microsoft.com/office/drawing/2014/main" id="{8B21667E-64C3-AA97-9F80-C4DFDD8912C0}"/>
                </a:ext>
              </a:extLst>
            </p:cNvPr>
            <p:cNvSpPr/>
            <p:nvPr/>
          </p:nvSpPr>
          <p:spPr>
            <a:xfrm rot="5400000">
              <a:off x="2096476" y="5034633"/>
              <a:ext cx="360000" cy="36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0" name="Tekstfelt 49">
            <a:extLst>
              <a:ext uri="{FF2B5EF4-FFF2-40B4-BE49-F238E27FC236}">
                <a16:creationId xmlns:a16="http://schemas.microsoft.com/office/drawing/2014/main" id="{66C8DF09-4588-CF9C-5289-6303B814346F}"/>
              </a:ext>
            </a:extLst>
          </p:cNvPr>
          <p:cNvSpPr txBox="1"/>
          <p:nvPr/>
        </p:nvSpPr>
        <p:spPr>
          <a:xfrm>
            <a:off x="8941966" y="138303"/>
            <a:ext cx="30400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b="1" dirty="0"/>
              <a:t>Option 4</a:t>
            </a:r>
          </a:p>
          <a:p>
            <a:pPr algn="r"/>
            <a:r>
              <a:rPr lang="en-GB" sz="2000" b="1" i="1" dirty="0"/>
              <a:t>Minimal amount of walls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5F9C47-8770-30F3-A2CE-3E89717C0E4F}"/>
              </a:ext>
            </a:extLst>
          </p:cNvPr>
          <p:cNvSpPr/>
          <p:nvPr/>
        </p:nvSpPr>
        <p:spPr>
          <a:xfrm>
            <a:off x="1574217" y="138303"/>
            <a:ext cx="914400" cy="9144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one!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F9DC2DA5-5A62-F85A-EA66-1720B8597941}"/>
              </a:ext>
            </a:extLst>
          </p:cNvPr>
          <p:cNvSpPr txBox="1"/>
          <p:nvPr/>
        </p:nvSpPr>
        <p:spPr>
          <a:xfrm>
            <a:off x="2838364" y="140454"/>
            <a:ext cx="4961098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+3 posters for: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solidFill>
                  <a:srgbClr val="FF0000"/>
                </a:solidFill>
              </a:rPr>
              <a:t>Reception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solidFill>
                  <a:srgbClr val="FF0000"/>
                </a:solidFill>
              </a:rPr>
              <a:t>Nestor survey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solidFill>
                  <a:srgbClr val="FF0000"/>
                </a:solidFill>
              </a:rPr>
              <a:t>Trends in </a:t>
            </a:r>
            <a:r>
              <a:rPr lang="en-GB" sz="1400" dirty="0" err="1">
                <a:solidFill>
                  <a:srgbClr val="FF0000"/>
                </a:solidFill>
              </a:rPr>
              <a:t>dp</a:t>
            </a:r>
            <a:r>
              <a:rPr lang="en-GB" sz="1400" dirty="0">
                <a:solidFill>
                  <a:srgbClr val="FF0000"/>
                </a:solidFill>
              </a:rPr>
              <a:t> future (everything else contribution)</a:t>
            </a:r>
          </a:p>
          <a:p>
            <a:pPr marL="285750" indent="-285750">
              <a:buFontTx/>
              <a:buChar char="-"/>
            </a:pPr>
            <a:endParaRPr lang="en-GB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32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Marie Nedergaard Nielsen</dc:creator>
  <cp:lastModifiedBy>Sarah Marie Nedergaard Nielsen</cp:lastModifiedBy>
  <cp:revision>1</cp:revision>
  <dcterms:created xsi:type="dcterms:W3CDTF">2026-09-16T07:38:38Z</dcterms:created>
  <dcterms:modified xsi:type="dcterms:W3CDTF">2026-09-16T07:43:21Z</dcterms:modified>
</cp:coreProperties>
</file>